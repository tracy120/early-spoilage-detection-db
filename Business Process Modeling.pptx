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005F-CD64-D575-D293-CF4957710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375EF-416A-3E65-CD10-15DDBD999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06690-8091-0908-4D2F-A23894CA5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1806D-CB51-4845-A043-E8F15E803B1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D84F2-18AD-2192-CE4B-0D888164C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E8DA0-D0A7-E8FE-ACB8-409FC804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D0E34-075C-4DF0-9291-BC0C70DA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8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295EE-D846-AE4F-2D3B-E3A10352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54A5C-5007-9558-4807-E426BAD8A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9D942-8C37-1D30-0984-8E8AFCA00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1806D-CB51-4845-A043-E8F15E803B1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B22B4-A41C-CD1B-4220-4B47C624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B60D6-9BD9-5750-75C3-C85A3AF0E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D0E34-075C-4DF0-9291-BC0C70DA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86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F2E95-2DE7-5F6F-323B-6D65AB81F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DE902-386F-E548-451A-8A49352DC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D6424-860F-3B03-ED64-6CAF02A5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1806D-CB51-4845-A043-E8F15E803B1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179F6-D174-6881-59DB-10611A6B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B5853-62CC-2C81-0011-BEA0FD15F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D0E34-075C-4DF0-9291-BC0C70DA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83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2843-1A7E-8B9D-1BDB-58CBA2BE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F3A69-752A-2F1E-FE69-64ABA967E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F9CC2-6843-ED5D-FC57-555BA905E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F347B-6DC5-ABAC-7890-AAF0CFA1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1806D-CB51-4845-A043-E8F15E803B1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30971-9977-278E-41BB-C24C03701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302FC-EA05-3D8C-B3D0-28C2BF870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D0E34-075C-4DF0-9291-BC0C70DA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34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49D58-2BFE-DC8E-8DE1-4BD8952AA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E99F8-1CE7-201B-167E-9F714F897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C0B4A-D4AC-64E5-B441-CD1056357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B63B79-23BD-160D-FE2B-003F018CD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5B1273-6932-6772-DFB5-8B610DA7D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1AF53-5926-7DBF-444A-D8E5C0312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1806D-CB51-4845-A043-E8F15E803B1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33B92-D8C8-BC2E-B07F-C7C2217EC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D08887-1BD1-194A-BDE9-32A23BF4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D0E34-075C-4DF0-9291-BC0C70DA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25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2316-DEAB-0408-7B95-23E2B9C5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B17D01-BEE5-7B6F-DCE0-DF8D4BF8D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1806D-CB51-4845-A043-E8F15E803B1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6835E-4017-972D-798D-A2454F76C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CF780-F9CF-9A47-0BE7-CCD3D36D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D0E34-075C-4DF0-9291-BC0C70DA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9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814653-32DC-9C05-2AC3-4C7C5C81E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1806D-CB51-4845-A043-E8F15E803B1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06DD38-13EA-1528-0BBB-949FFF783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1564E-163C-C9D6-2549-2B912E9FB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D0E34-075C-4DF0-9291-BC0C70DA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2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D8DF-F5EB-5BC2-0D84-89BD80A20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44C3D-8A3F-01F0-2B69-EAEA4A9E6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1D535-10CE-93F1-6CF2-F164F247C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461AF-E4AF-BE8F-B102-AD6506AC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1806D-CB51-4845-A043-E8F15E803B1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D787B-6C8F-BDBC-FEB1-CFE3F18E3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392B9-A83C-7CE6-7E3D-1AE69650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D0E34-075C-4DF0-9291-BC0C70DA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21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AA04D-0760-CAF0-81DF-27F41C811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5DEEC0-B271-C751-2A41-0ED4918258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5B3F1-D2B0-CF6E-B463-3258DFD6E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45ED1-D7FE-E16A-E976-E9D5505FA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1806D-CB51-4845-A043-E8F15E803B1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39CBB-2AE1-ADC9-6E0B-C6A7F736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55195-BBC0-7A5F-3603-EA5498DFC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D0E34-075C-4DF0-9291-BC0C70DA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84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67972-6808-D0D3-13FE-DC1F694F9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D8349-A69E-3381-D83E-A899CF29E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C3D22-C192-7EAF-7506-A6365A4E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1806D-CB51-4845-A043-E8F15E803B1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5FDC4-2297-59DC-8F5C-637E5FE38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3B623-0073-CE33-CE8D-7A9BCC90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D0E34-075C-4DF0-9291-BC0C70DA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57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E55DBC-3A98-4153-4A94-AF4DA9DE5D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08FC0-FBCB-85B3-5E4C-94069358B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2FA6D-A48F-6081-42D1-F10CE2399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1806D-CB51-4845-A043-E8F15E803B1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61201-1DC5-FCCA-68AF-B7312439F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66A56-2506-CC9A-A106-F5257A3C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D0E34-075C-4DF0-9291-BC0C70DA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6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858C26-37B9-9587-D2DE-61373836C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0B197-19CE-E99E-A9E9-CE96CF5FF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85E72-6C92-5F88-F7CE-60DF6780D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1806D-CB51-4845-A043-E8F15E803B1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A6409-3FDF-3EA4-2C67-C434C8C61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C5177-4621-189F-F07E-375BCFF54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D0E34-075C-4DF0-9291-BC0C70DA2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6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7FE0-906E-C211-9C54-A7C7991FF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Process Modeling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1E9FF-7065-3A80-A3F6-6514E1055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Core Concept</a:t>
            </a:r>
            <a:r>
              <a:rPr lang="en-US" dirty="0"/>
              <a:t> The "Smart Spoilage Monitoring Process" transitions warehouse operations from </a:t>
            </a:r>
            <a:r>
              <a:rPr lang="en-US" b="1" dirty="0"/>
              <a:t>reactive</a:t>
            </a:r>
            <a:r>
              <a:rPr lang="en-US" dirty="0"/>
              <a:t> checks to </a:t>
            </a:r>
            <a:r>
              <a:rPr lang="en-US" b="1" dirty="0"/>
              <a:t>predictive</a:t>
            </a:r>
            <a:r>
              <a:rPr lang="en-US" dirty="0"/>
              <a:t> automation. It uses a PL/SQL database not just to store data, but to act as a </a:t>
            </a:r>
            <a:r>
              <a:rPr lang="en-US" b="1" dirty="0"/>
              <a:t>Decision Support System (DSS)</a:t>
            </a:r>
            <a:r>
              <a:rPr lang="en-US" dirty="0"/>
              <a:t> that actively calculates risks.</a:t>
            </a:r>
          </a:p>
          <a:p>
            <a:r>
              <a:rPr lang="en-US" b="1" dirty="0"/>
              <a:t>Key Components</a:t>
            </a:r>
            <a:endParaRPr lang="en-US" dirty="0"/>
          </a:p>
          <a:p>
            <a:r>
              <a:rPr lang="en-US" b="1" dirty="0"/>
              <a:t>The "Brain" (PL/SQL):</a:t>
            </a:r>
            <a:r>
              <a:rPr lang="en-US" dirty="0"/>
              <a:t> Automatically processes temperature and humidity data using internal functions and triggers.</a:t>
            </a:r>
          </a:p>
          <a:p>
            <a:r>
              <a:rPr lang="en-US" b="1" dirty="0"/>
              <a:t>The Workflow:</a:t>
            </a:r>
            <a:endParaRPr lang="en-US" dirty="0"/>
          </a:p>
          <a:p>
            <a:pPr lvl="1"/>
            <a:r>
              <a:rPr lang="en-US" b="1" dirty="0"/>
              <a:t>Input:</a:t>
            </a:r>
            <a:r>
              <a:rPr lang="en-US" dirty="0"/>
              <a:t> Staff logs crop data.</a:t>
            </a:r>
          </a:p>
          <a:p>
            <a:pPr lvl="1"/>
            <a:r>
              <a:rPr lang="en-US" b="1" dirty="0"/>
              <a:t>Calculation:</a:t>
            </a:r>
            <a:r>
              <a:rPr lang="en-US" dirty="0"/>
              <a:t> System instantly computes a </a:t>
            </a:r>
            <a:r>
              <a:rPr lang="en-US" dirty="0" err="1"/>
              <a:t>risk_score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Alert:</a:t>
            </a:r>
            <a:r>
              <a:rPr lang="en-US" dirty="0"/>
              <a:t> If risk is high, the system notifies the Manager.</a:t>
            </a:r>
          </a:p>
          <a:p>
            <a:pPr lvl="1"/>
            <a:r>
              <a:rPr lang="en-US" b="1" dirty="0"/>
              <a:t>Action:</a:t>
            </a:r>
            <a:r>
              <a:rPr lang="en-US" dirty="0"/>
              <a:t> Manager assigns a task (e.g., ventilation) to Staff.</a:t>
            </a:r>
          </a:p>
          <a:p>
            <a:r>
              <a:rPr lang="en-US" b="1" dirty="0"/>
              <a:t>Business Value</a:t>
            </a:r>
            <a:endParaRPr lang="en-US" dirty="0"/>
          </a:p>
          <a:p>
            <a:r>
              <a:rPr lang="en-US" b="1" dirty="0"/>
              <a:t>Operational:</a:t>
            </a:r>
            <a:r>
              <a:rPr lang="en-US" dirty="0"/>
              <a:t> Staff only need to act when alerted (Management by Exception).</a:t>
            </a:r>
          </a:p>
          <a:p>
            <a:r>
              <a:rPr lang="en-US" b="1" dirty="0"/>
              <a:t>Financial:</a:t>
            </a:r>
            <a:r>
              <a:rPr lang="en-US" dirty="0"/>
              <a:t> Reduces wasted inventory (spoilage), directly increasing revenue.</a:t>
            </a:r>
          </a:p>
          <a:p>
            <a:r>
              <a:rPr lang="en-US" b="1" dirty="0"/>
              <a:t>Strategic:</a:t>
            </a:r>
            <a:r>
              <a:rPr lang="en-US" dirty="0"/>
              <a:t> Creates a data history to analyze which mitigation strategies work best.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118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118CF6-BDD2-25EF-75EC-8179E57AC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7912" y="905608"/>
            <a:ext cx="9876316" cy="526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847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165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Business Process Modeling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Tricia Nshuti</dc:creator>
  <cp:lastModifiedBy>Tricia Nshuti</cp:lastModifiedBy>
  <cp:revision>1</cp:revision>
  <dcterms:created xsi:type="dcterms:W3CDTF">2025-12-04T20:53:04Z</dcterms:created>
  <dcterms:modified xsi:type="dcterms:W3CDTF">2025-12-04T20:59:21Z</dcterms:modified>
</cp:coreProperties>
</file>