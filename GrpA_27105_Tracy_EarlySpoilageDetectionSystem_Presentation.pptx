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26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0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06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6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17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17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6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3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7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790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008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0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90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21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618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8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423E1DE-4513-4137-A19C-76A32856C1B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3F7E19F-EE34-4CF1-801B-CD5E1D1DF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9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548D-D9C0-2FF2-044E-922E3AFED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7615" y="1423687"/>
            <a:ext cx="7998108" cy="4097438"/>
          </a:xfrm>
        </p:spPr>
        <p:txBody>
          <a:bodyPr>
            <a:normAutofit/>
          </a:bodyPr>
          <a:lstStyle/>
          <a:p>
            <a:r>
              <a:rPr lang="en-US" sz="3100" b="1" dirty="0"/>
              <a:t>Early Spoilage </a:t>
            </a:r>
            <a:r>
              <a:rPr lang="en-US" sz="3100" b="1"/>
              <a:t>Detection System</a:t>
            </a:r>
            <a:br>
              <a:rPr lang="en-US" sz="3100" dirty="0"/>
            </a:br>
            <a:r>
              <a:rPr lang="en-US" sz="2700" b="1" dirty="0"/>
              <a:t>Student Name:</a:t>
            </a:r>
            <a:r>
              <a:rPr lang="en-US" sz="2700" dirty="0"/>
              <a:t> </a:t>
            </a:r>
            <a:r>
              <a:rPr lang="en-US" sz="2700" dirty="0" err="1"/>
              <a:t>Uwase</a:t>
            </a:r>
            <a:r>
              <a:rPr lang="en-US" sz="2700" dirty="0"/>
              <a:t> Tracy</a:t>
            </a:r>
            <a:br>
              <a:rPr lang="en-US" sz="2700" dirty="0"/>
            </a:br>
            <a:r>
              <a:rPr lang="en-US" sz="2700" b="1" dirty="0"/>
              <a:t>Student ID:</a:t>
            </a:r>
            <a:r>
              <a:rPr lang="en-US" sz="2700" dirty="0"/>
              <a:t> 27105</a:t>
            </a:r>
            <a:br>
              <a:rPr lang="en-US" sz="2700" dirty="0"/>
            </a:br>
            <a:r>
              <a:rPr lang="en-US" sz="2700" b="1" dirty="0"/>
              <a:t>Group:</a:t>
            </a:r>
            <a:r>
              <a:rPr lang="en-US" sz="2700" dirty="0"/>
              <a:t> A</a:t>
            </a:r>
            <a:br>
              <a:rPr lang="en-US" sz="2700" dirty="0"/>
            </a:br>
            <a:r>
              <a:rPr lang="en-US" sz="2700" b="1" dirty="0"/>
              <a:t>Institution:</a:t>
            </a:r>
            <a:r>
              <a:rPr lang="en-US" sz="2700" dirty="0"/>
              <a:t> Adventist University of Central Africa (AUCA)</a:t>
            </a:r>
            <a:br>
              <a:rPr lang="en-US" sz="2700" dirty="0"/>
            </a:br>
            <a:r>
              <a:rPr lang="en-US" sz="2700" b="1" dirty="0"/>
              <a:t>Date:</a:t>
            </a:r>
            <a:r>
              <a:rPr lang="en-US" sz="2700" dirty="0"/>
              <a:t> December 4, 2025</a:t>
            </a:r>
            <a:br>
              <a:rPr lang="en-US" sz="2700" dirty="0"/>
            </a:b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97345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9CB3-F99B-D14C-3016-58DB056B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Challenge: Unnoticed Crop Spoilage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45310-5C31-C62B-5804-79C0C81B4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Issue:</a:t>
            </a:r>
            <a:r>
              <a:rPr lang="en-US" dirty="0"/>
              <a:t> Warehouses suffer significant financial losses due to undetected spoilage and environmental fluctuations.</a:t>
            </a:r>
          </a:p>
          <a:p>
            <a:r>
              <a:rPr lang="en-US" b="1" dirty="0"/>
              <a:t>Context:</a:t>
            </a:r>
            <a:r>
              <a:rPr lang="en-US" dirty="0"/>
              <a:t> Lack of real-time monitoring leads to delayed responses and wasted inventory.</a:t>
            </a:r>
          </a:p>
          <a:p>
            <a:r>
              <a:rPr lang="en-US" b="1" dirty="0"/>
              <a:t>Current State:</a:t>
            </a:r>
            <a:r>
              <a:rPr lang="en-US" dirty="0"/>
              <a:t> Manual checks are inefficient and prone to human error.</a:t>
            </a:r>
          </a:p>
          <a:p>
            <a:r>
              <a:rPr lang="en-US" b="1" dirty="0"/>
              <a:t>Target Users:</a:t>
            </a:r>
            <a:r>
              <a:rPr lang="en-US" dirty="0"/>
              <a:t> Farmers, Agronomists, and Warehouse Managers.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4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247C-2473-AE97-AB9D-0A76317F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Proposed Solution: Early Spoilage System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526AC-AEA6-7CBF-7653-D57520BB2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Objective:</a:t>
            </a:r>
            <a:r>
              <a:rPr lang="en-US" dirty="0"/>
              <a:t> Automate the monitoring of temperature and humidity to predict spoilage risks accurately.</a:t>
            </a:r>
          </a:p>
          <a:p>
            <a:r>
              <a:rPr lang="en-US" b="1" dirty="0"/>
              <a:t>Core Scope:</a:t>
            </a:r>
            <a:endParaRPr lang="en-US" dirty="0"/>
          </a:p>
          <a:p>
            <a:pPr lvl="1"/>
            <a:r>
              <a:rPr lang="en-US" dirty="0"/>
              <a:t>Sensor management &amp; tracking</a:t>
            </a:r>
          </a:p>
          <a:p>
            <a:pPr lvl="1"/>
            <a:r>
              <a:rPr lang="en-US" dirty="0"/>
              <a:t>Automated risk calculation (PL/SQL)</a:t>
            </a:r>
          </a:p>
          <a:p>
            <a:pPr lvl="1"/>
            <a:r>
              <a:rPr lang="en-US" dirty="0"/>
              <a:t>Instant alert generation</a:t>
            </a:r>
          </a:p>
          <a:p>
            <a:r>
              <a:rPr lang="en-US" b="1" dirty="0"/>
              <a:t>Key Features:</a:t>
            </a:r>
            <a:r>
              <a:rPr lang="en-US" dirty="0"/>
              <a:t> Real-time auditing, Business rule enforcement (No Holiday Ops), and Executive BI Dashboard.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91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E554-4924-514D-FCBF-09B29773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Logical Database Design (ERD)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A64F62-94A5-4ACE-97EC-7DC2E187B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3083453"/>
            <a:ext cx="9601200" cy="22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11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2ABF8-BFC6-80F0-B297-5389CA3B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Operational Workflow (BPMN)</a:t>
            </a:r>
            <a:br>
              <a:rPr lang="en-US" b="1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1342954-8E4F-792A-452C-A6800467E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652" y="2557463"/>
            <a:ext cx="6226696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0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751F-6592-0E2F-D634-620264F5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Technical Implementation: PL/SQL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F2DF-63B5-03BE-03CF-D84D5FCDD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Procedures:</a:t>
            </a:r>
            <a:r>
              <a:rPr lang="en-US" dirty="0"/>
              <a:t> Automated tasks like </a:t>
            </a:r>
            <a:r>
              <a:rPr lang="en-US" dirty="0" err="1"/>
              <a:t>add_sensor</a:t>
            </a:r>
            <a:r>
              <a:rPr lang="en-US" dirty="0"/>
              <a:t> and </a:t>
            </a:r>
            <a:r>
              <a:rPr lang="en-US" dirty="0" err="1"/>
              <a:t>update_expiry</a:t>
            </a:r>
            <a:r>
              <a:rPr lang="en-US" dirty="0"/>
              <a:t>.</a:t>
            </a:r>
          </a:p>
          <a:p>
            <a:r>
              <a:rPr lang="en-US" b="1" dirty="0"/>
              <a:t>Functions:</a:t>
            </a:r>
            <a:r>
              <a:rPr lang="en-US" dirty="0"/>
              <a:t> </a:t>
            </a:r>
            <a:r>
              <a:rPr lang="en-US" dirty="0" err="1"/>
              <a:t>calc_spoilage_index</a:t>
            </a:r>
            <a:r>
              <a:rPr lang="en-US" dirty="0"/>
              <a:t> dynamically computes risk scores (see output below).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52EA6-2FE5-12A3-3113-D8DDA273A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818420"/>
            <a:ext cx="5334000" cy="205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23BB1-F74B-2045-4D9E-CE19613B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Advanced Features: Security &amp; Auditing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F4C74D-F8C5-302B-1804-58C7C399B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71" y="2557463"/>
            <a:ext cx="7111857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5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D189-7BA1-D4F6-9F5E-B3E8D7D6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Executive BI Dashboard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03CBCE-9456-79AD-5483-6BF1A0A6A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8270" y="2557463"/>
            <a:ext cx="687432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47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B09E-1BBA-39E6-2165-140E8365C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Results &amp; Outcomes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5B0B2-2608-E547-6B95-7BBE53CA5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628" y="2557463"/>
            <a:ext cx="770708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6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7996-9D38-FB1F-7591-5AD17926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3AFD-CF77-E975-3C07-DDAB4E0A8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Achievements:</a:t>
            </a:r>
            <a:r>
              <a:rPr lang="en-US" dirty="0"/>
              <a:t> Delivered a fully functional, secure, and audited database system.</a:t>
            </a:r>
          </a:p>
          <a:p>
            <a:r>
              <a:rPr lang="en-US" b="1" dirty="0"/>
              <a:t>Lessons Learned:</a:t>
            </a:r>
            <a:r>
              <a:rPr lang="en-US" dirty="0"/>
              <a:t> The critical importance of PL/SQL automation for data integrity.</a:t>
            </a:r>
          </a:p>
          <a:p>
            <a:r>
              <a:rPr lang="en-US" b="1" dirty="0"/>
              <a:t>Future Work:</a:t>
            </a:r>
            <a:r>
              <a:rPr lang="en-US" dirty="0"/>
              <a:t> Integration with IoT hardware for live field data.</a:t>
            </a:r>
          </a:p>
          <a:p>
            <a:r>
              <a:rPr lang="en-US" i="1" dirty="0"/>
              <a:t>“Whatever you do, work at it with all your heart.” - Colossians 3:23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868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</TotalTime>
  <Words>281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Early Spoilage Detection System Student Name: Uwase Tracy Student ID: 27105 Group: A Institution: Adventist University of Central Africa (AUCA) Date: December 4, 2025 </vt:lpstr>
      <vt:lpstr>The Challenge: Unnoticed Crop Spoilage </vt:lpstr>
      <vt:lpstr>Proposed Solution: Early Spoilage System </vt:lpstr>
      <vt:lpstr>Logical Database Design (ERD) </vt:lpstr>
      <vt:lpstr>Operational Workflow (BPMN) </vt:lpstr>
      <vt:lpstr>Technical Implementation: PL/SQL </vt:lpstr>
      <vt:lpstr>Advanced Features: Security &amp; Auditing </vt:lpstr>
      <vt:lpstr>Executive BI Dashboard </vt:lpstr>
      <vt:lpstr>Project Results &amp; Outcomes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Tricia Nshuti</dc:creator>
  <cp:lastModifiedBy>Tricia Nshuti</cp:lastModifiedBy>
  <cp:revision>2</cp:revision>
  <dcterms:created xsi:type="dcterms:W3CDTF">2025-12-08T14:17:00Z</dcterms:created>
  <dcterms:modified xsi:type="dcterms:W3CDTF">2025-12-08T14:29:32Z</dcterms:modified>
</cp:coreProperties>
</file>