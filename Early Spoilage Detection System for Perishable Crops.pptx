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63B99-CDEF-EEF9-3F17-EBB0715796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86F9F4-8EF5-ED94-DEEC-346A94897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45A7A-FE6E-780D-9810-49C140A3E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B153D-A681-F168-97AA-A859A65B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D2B61-ED46-6388-0296-70E3D7AD4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3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9B77-ACEA-BA82-A699-FE328EFF3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9C159-4F8D-870D-FC6C-64C07FE2A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D58E0-CA56-F491-D9AE-08B312CA8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74C3E-7A24-7ABF-EEF0-23AFDEA48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88DA6-4FBF-035A-D667-AC29C48FA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9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DF5F-83C7-95BC-2667-5CB88039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9D134-F173-9780-2A46-FC3347525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8CACD-0D45-64EB-760A-5145994A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A400F-E0E8-F49D-AC38-2E2369554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32093-4100-06B5-521B-DD6DBF82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49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51F72-2E5A-2806-D859-3A480D329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86389-1AE0-8A5F-162E-7DF381AA6E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80FAE2-9097-1E36-0370-ACDF38680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9EC0DE-E436-7BF0-5CF7-F40922190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A7C7B-5679-3F6B-6ED3-73562999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4F8E4-8861-BED0-1806-CE5165417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33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1AA74-7CA6-206B-87E6-6E825B161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AF6F2-6DB2-C9D1-7D75-99DC904D6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C5D0D9-A335-3754-3E54-1B733194E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CDED5C-8C88-F0EE-2133-602098407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4AA4E1-6DAE-0574-7535-7E19510408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136769-E2D4-B9E5-8BE4-8425D58B4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5D918-480F-1646-F184-91F68821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365731-335E-3016-1D7C-18AA34402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23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FC76-1EFA-6FF5-E292-398B45DAE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8B746-AC19-209D-BE69-0F91AD9E6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89E8B-309E-5711-80BD-68D95CD63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1C2BB9-9376-6503-379D-F3FF0A6CF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3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96EF02-F291-1D74-88AD-6239C84BE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54CD3-46F5-0B17-B910-BC2FFC58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1E325-1ED5-EC46-A6D9-81F6B181F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7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B524-A87B-E29C-3F66-E5A9F111A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B2B4A-E165-10F3-5A84-4DDB31DB0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B91AB-4E71-1282-3636-A6CD64A6A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E353F-A9F7-95D6-7D04-4183508CC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A3459-5A78-BBFE-6677-44954851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3E361E-952A-A4A4-FBDF-D611927C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302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0DAC-5391-7F4E-DA05-011BE77D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619056-B472-1552-5515-E86767068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9EF9D-42E7-CF26-B28A-B98F38D31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0070F-83D6-C766-8713-EADCAE1B8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AFD2F-B046-B7CF-DE4D-FFB47C1F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D5ADC-FA86-126F-F92F-FDEEA06FC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09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69378-B7D4-CA0D-7D78-59313A4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41CEF-43BC-192F-B74D-0931E782D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E9532-7A21-23ED-7C21-59565ACE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31FB8-60F9-939B-8C06-37A3B360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A079-4E77-2FCE-31FB-81DE4EF5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34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D8788-B34F-BE75-DEBF-28543705C7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13DB1-FB0B-83CB-DF39-745FCD63A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EF58B-C2A5-3918-B7C3-1365663B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B2EEA-865D-000D-30B9-0357CF4A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8DB56-6149-F5CD-1FEB-38B526EB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29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0BD9B-B7C9-FDF7-356F-F20D662C5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8280F-B478-C92B-7D68-DF4539111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F9EE0-5C89-7F6E-C103-B178B8DE9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DA1D3-E534-4512-8582-D450AF2D87E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14E8A-243A-E67C-7529-2285BBD362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0E253-931C-2D86-6C31-949846D22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00623D-057F-4CFA-89CA-83444FE73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83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1080-2C87-D9FE-912D-B9EF9BA874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Early Spoilage Detection System for Perishable Crops</a:t>
            </a:r>
          </a:p>
        </p:txBody>
      </p:sp>
    </p:spTree>
    <p:extLst>
      <p:ext uri="{BB962C8B-B14F-4D97-AF65-F5344CB8AC3E}">
        <p14:creationId xmlns:p14="http://schemas.microsoft.com/office/powerpoint/2010/main" val="77370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1DEC7-18E1-854E-961D-3F1E13ACA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  <a:p>
            <a:r>
              <a:rPr lang="en-US" b="1" dirty="0"/>
              <a:t>Problem:</a:t>
            </a:r>
            <a:r>
              <a:rPr lang="en-US" dirty="0"/>
              <a:t> Post-harvest spoilage due to improper storage conditions (temperature/humidity) causes significant food and financial loss.</a:t>
            </a:r>
          </a:p>
          <a:p>
            <a:r>
              <a:rPr lang="en-US" b="1" dirty="0"/>
              <a:t>Solution:</a:t>
            </a:r>
            <a:r>
              <a:rPr lang="en-US" dirty="0"/>
              <a:t> A database-driven system using Oracle PL/SQL to monitor, detect, and alert on spoilage risks in real-time.</a:t>
            </a:r>
          </a:p>
          <a:p>
            <a:r>
              <a:rPr lang="en-US" b="1" dirty="0"/>
              <a:t>Goal:</a:t>
            </a:r>
            <a:r>
              <a:rPr lang="en-US" dirty="0"/>
              <a:t> To shift from reactive spoilage management to predictive, proactive intervention.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25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4FC5-E895-2104-667E-DD65671E4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System Features &amp; Innovation</a:t>
            </a:r>
          </a:p>
          <a:p>
            <a:r>
              <a:rPr lang="en-US" b="1" dirty="0"/>
              <a:t>Core Features:</a:t>
            </a:r>
            <a:endParaRPr lang="en-US" dirty="0"/>
          </a:p>
          <a:p>
            <a:pPr lvl="1"/>
            <a:r>
              <a:rPr lang="en-US" b="1" dirty="0"/>
              <a:t>Automatic Risk Scoring:</a:t>
            </a:r>
            <a:r>
              <a:rPr lang="en-US" dirty="0"/>
              <a:t> PL/SQL Function calculates a real-time risk score based on environmental factors.</a:t>
            </a:r>
          </a:p>
          <a:p>
            <a:pPr lvl="1"/>
            <a:r>
              <a:rPr lang="en-US" b="1" dirty="0"/>
              <a:t>Smart Alerts:</a:t>
            </a:r>
            <a:r>
              <a:rPr lang="en-US" dirty="0"/>
              <a:t> Triggers instantly notify staff when risk thresholds are crossed.</a:t>
            </a:r>
          </a:p>
          <a:p>
            <a:pPr lvl="1"/>
            <a:r>
              <a:rPr lang="en-US" b="1" dirty="0"/>
              <a:t>Daily Predictions:</a:t>
            </a:r>
            <a:r>
              <a:rPr lang="en-US" dirty="0"/>
              <a:t> A scheduled procedure identifies crops most at risk for the day.</a:t>
            </a:r>
          </a:p>
          <a:p>
            <a:pPr lvl="1"/>
            <a:r>
              <a:rPr lang="en-US" b="1" dirty="0"/>
              <a:t>Action Tracking:</a:t>
            </a:r>
            <a:r>
              <a:rPr lang="en-US" dirty="0"/>
              <a:t> Logs all human interventions for audit and analysis.</a:t>
            </a:r>
          </a:p>
          <a:p>
            <a:r>
              <a:rPr lang="en-US" b="1" dirty="0"/>
              <a:t>Key Innovation:</a:t>
            </a:r>
            <a:r>
              <a:rPr lang="en-US" dirty="0"/>
              <a:t> Detecting spoilage </a:t>
            </a:r>
            <a:r>
              <a:rPr lang="en-US" i="1" dirty="0"/>
              <a:t>before</a:t>
            </a:r>
            <a:r>
              <a:rPr lang="en-US" dirty="0"/>
              <a:t> it is visible, enabling preventative action rather than just discarding spoiled goods.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966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4ABFF-6D97-C81E-D252-54E0AC05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Database Schema (Phase III Logical Model)</a:t>
            </a:r>
          </a:p>
          <a:p>
            <a:r>
              <a:rPr lang="en-US" b="1" dirty="0"/>
              <a:t>(Insert the ER Diagram image you have here)</a:t>
            </a:r>
            <a:endParaRPr lang="en-US" dirty="0"/>
          </a:p>
          <a:p>
            <a:r>
              <a:rPr lang="en-US" b="1" dirty="0"/>
              <a:t>Key Tables (3NF Optimized):</a:t>
            </a:r>
            <a:endParaRPr lang="en-US" dirty="0"/>
          </a:p>
          <a:p>
            <a:pPr lvl="1"/>
            <a:r>
              <a:rPr lang="en-US" dirty="0"/>
              <a:t>CROP_STANDARDS: Reference data for optimal storage conditions.</a:t>
            </a:r>
          </a:p>
          <a:p>
            <a:pPr lvl="1"/>
            <a:r>
              <a:rPr lang="en-US" dirty="0"/>
              <a:t>CROP_BATCHES: Tracks specific inventory arrivals.</a:t>
            </a:r>
          </a:p>
          <a:p>
            <a:pPr lvl="1"/>
            <a:r>
              <a:rPr lang="en-US" dirty="0"/>
              <a:t>DAILY_READINGS: The central fact table for sensor data and risk scores.</a:t>
            </a:r>
          </a:p>
          <a:p>
            <a:pPr lvl="1"/>
            <a:r>
              <a:rPr lang="en-US" dirty="0"/>
              <a:t>ALERTS: Generated automatically by high-risk readings.</a:t>
            </a:r>
          </a:p>
          <a:p>
            <a:pPr lvl="1"/>
            <a:r>
              <a:rPr lang="en-US" dirty="0"/>
              <a:t>MITIGATION_LOGS: An audit trail of staff actions.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84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FF9221-19A4-1D28-714C-899F2FCF7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262" y="597877"/>
            <a:ext cx="2347546" cy="5820508"/>
          </a:xfrm>
        </p:spPr>
      </p:pic>
    </p:spTree>
    <p:extLst>
      <p:ext uri="{BB962C8B-B14F-4D97-AF65-F5344CB8AC3E}">
        <p14:creationId xmlns:p14="http://schemas.microsoft.com/office/powerpoint/2010/main" val="828931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5B5E9-08BF-7D55-E720-5EE61560F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 &amp; Future Work</a:t>
            </a:r>
          </a:p>
          <a:p>
            <a:r>
              <a:rPr lang="en-US" b="1" dirty="0"/>
              <a:t>Conclusion:</a:t>
            </a:r>
            <a:r>
              <a:rPr lang="en-US" dirty="0"/>
              <a:t> This system provides a robust, scalable solution for minimizing agricultural waste through intelligent database triggers and functions.</a:t>
            </a:r>
          </a:p>
          <a:p>
            <a:r>
              <a:rPr lang="en-US" b="1" dirty="0"/>
              <a:t>Future Enhancements:</a:t>
            </a:r>
            <a:endParaRPr lang="en-US" dirty="0"/>
          </a:p>
          <a:p>
            <a:pPr lvl="1"/>
            <a:r>
              <a:rPr lang="en-US" dirty="0"/>
              <a:t>Integration with IoT sensors for automatic data ingestion.</a:t>
            </a:r>
          </a:p>
          <a:p>
            <a:pPr lvl="1"/>
            <a:r>
              <a:rPr lang="en-US" dirty="0"/>
              <a:t>Building a web-based dashboard for real-time monitoring.</a:t>
            </a:r>
          </a:p>
          <a:p>
            <a:pPr lvl="1"/>
            <a:r>
              <a:rPr lang="en-US" dirty="0"/>
              <a:t>Using machine learning to refine the risk calculation formula over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05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287</Words>
  <Application>Microsoft Office PowerPoint</Application>
  <PresentationFormat>Widescreen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 Early Spoilage Detection System for Perishable Crops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Tricia Nshuti</dc:creator>
  <cp:lastModifiedBy>Tricia Nshuti</cp:lastModifiedBy>
  <cp:revision>2</cp:revision>
  <dcterms:created xsi:type="dcterms:W3CDTF">2025-12-04T21:35:02Z</dcterms:created>
  <dcterms:modified xsi:type="dcterms:W3CDTF">2025-12-04T21:47:50Z</dcterms:modified>
</cp:coreProperties>
</file>